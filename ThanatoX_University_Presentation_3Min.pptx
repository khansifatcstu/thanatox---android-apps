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ThanatoX: AI Psychiatrist &amp; Mental Wellness Sanctuary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An AI-Powered Clinical Psychiatrist Consultation, Psychometric Assessment, and Mental Wellness Android App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Presented By: Sifat Khan (ID: [Enter Student ID], Dept. of CSE, CSTU)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Supervised By: [Enter Supervisor Name] ([Designation], Dept. of CSE, CSTU)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3-Minute University Defense Presentation (0:00 - 0:15)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Slide 2: Problem Statement &amp; Motivation (0:15 - 0:40)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Severe Mental Health Treatment Gap: Over 80% of university students lack timely psychiatric screening due to stigma and cost.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Lack of Structured Bilingual Tools: Existing apps are static trackers or generic chatbots without Bengali + English clinical intake.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Fragmented UX: Distressed users struggle with cluttered interfaces and unvalidated quizzes.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Objective: Engineer a Zero-Trust, Cloud-Synced Android Sanctuary combining 24/7 AI Psychiatry, 5-Step Sessions, and 9 Clinical Scales.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Slide 3: Ergonomic 4-Box Home &amp; Floating Chat Head (0:40 - 1:05)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Zero-Scroll 4-Box Proportional Home Dashboard (100% Viewport Fit):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1. Clinical Sanctuary Introduction Box (weight 1.44f)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2. Instant 1-Tap Mood Check-In Box (weight 0.84f)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3. 12-Article Clinical Psychology Library Preview (weight 0.88f)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4. Standardized Clinical &amp; Psych Tests Preview (weight 0.84f)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Messenger-Style Draggable Floating Chat Bubble (DraggableDoctorChatBubble) with edge-snapping physics.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Slide 4: 24/7 AI Consultation &amp; 5-Step Session (1:05 - 1:35)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24/7 Live AI Consultation (Dr. Sifat Khan Clinical Persona):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- 4 Specialized Modes: CBT, Acute Crisis, Semester Burnout, Sleep Anxiety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Smart Session Lifecycle: Fresh chat on app launch; preserves active session across tab switches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Multimodal Input: Text, Camera capture, Image gallery, and PDF/Document review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Interactive 5-Step AI Psychological Session (Mind Care Hub):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Problem Selection -&gt; 5 Adaptive Clinical Questions -&gt; Saved Rx Therapeutic Guideline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Slide 5: 9 Standardized Clinical &amp; Psych Assessments (1:35 - 2:00)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Category A - 4 Clinical Diagnostic Scales: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PHQ-9 (Depression), GAD-7 (Anxiety), PSS-10 (Perceived Stress), Semester Burnout Scale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Category B - 5 Psychological &amp; Personality Profiling Tests: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Dark Triad, Big Five (OCEAN), Emotional Intelligence (EQ), Attachment Style, Cognitive Distortions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Automated Scoring + Dr. Sifat Khan's Psychological Analysis + Cloud Report Saving &amp; 1-Tap Delete.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Slide 6: Mind Care Toolkit, Mood Diary &amp; Library (2:00 - 2:20)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Interactive Therapy Toolkit: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- 4-7-8 Autonomic Breathing Timer (Visual lung-cadence pacer)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- 5-4-3-2-1 Sensory Grounding (Panic-attack interruption protocol)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  - Progressive Muscle Relaxation (PMR)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Cloud Mood &amp; Sleep Diary: Tracks daily valence, sleep hours, stress triggers, and AI trend insights.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12-Article Clinical Psychology Library in Bengali &amp; English.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Slide 7: System Architecture, Security &amp; Tech Stack (2:20 - 2:45)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Frontend &amp; UI: 100% Kotlin &amp; Jetpack Compose (Material 3) with Bioluminescent Teal Glassmorphism.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Architecture: MVVM (ThanatoXViewModel -&gt; ThanatoXRepository -&gt; Firestore / GeminiPsychiatristService).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Zero-Trust Cloud Security: Google Sign-In via CredentialManager + Owner-scoped firestore.rules.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Multi-Provider AI Routing Engine: Built-in Gemini 2.5 Flash + Custom API Router (OpenAI, Groq, DeepSeek, OpenRouter, Claude).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en-US" sz="2800" b="1">
                <a:solidFill>
                  <a:srgbClr val="0D5C63"/>
                </a:solidFill>
              </a:rPr>
              <a:t>Slide 8: Performance Optimization &amp; Conclusion (2:45 - 3:00)</a:t>
            </a:r>
          </a:p>
        </p:txBody>
      </p:sp>
      <p:sp>
        <p:nvSpPr>
          <p:cNvPr id="3" name="Content"/>
          <p:cNvSpPr/>
          <p:nvPr/>
        </p:nvSpPr>
        <p:spPr>
          <a:xfrm>
            <a:off x="609600" y="1752600"/>
            <a:ext cx="10972800" cy="4572000"/>
          </a:xfrm>
        </p:spPr>
        <p:txBody>
          <a:bodyPr/>
          <a:lstStyle/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Off-Thread SRGB Bitmap Cache (ThanatoXBitmapCache): Asynchronous Dispatchers.IO image decoding eliminates UI frame drops (0 Skipped Frames).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Schema-Compliant Metadata Encoding: Preserves all 9 test types and Rx prescriptions inside strict Firestore rules.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Future Scope: Voice prosody biomarkers, Wearable HRV biofeedback via Health Connect, and University Counseling integration.</a:t>
            </a:r>
          </a:p>
          <a:p>
            <a:pPr marL="228600" indent="-228600">
              <a:spcBef>
                <a:spcPts val="800"/>
              </a:spcBef>
            </a:pPr>
            <a:r>
              <a:rPr lang="en-US" sz="1800">
                <a:solidFill>
                  <a:srgbClr val="1E293B"/>
                </a:solidFill>
              </a:rPr>
              <a:t>• Thank You! Questions &amp; Discussion Welcome.</a:t>
            </a:r>
          </a:p>
        </p:txBody>
      </p:sp>
    </p:spTree>
  </p:cSld>
</p:sld>
</file>